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286000" cy="2286000"/>
          </a:xfrm>
          <a:prstGeom prst="ellipse">
            <a:avLst/>
          </a:prstGeom>
          <a:solidFill>
            <a:srgbClr val="42A5F5">
              <a:alpha val="2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TRAINING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Tool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Jira Hero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A plain-English guide to checking tickets, running sprints, and chatting with 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0"/>
          </a:xfrm>
          <a:prstGeom prst="line">
            <a:avLst/>
          </a:prstGeom>
          <a:noFill/>
          <a:ln w="6350">
            <a:solidFill>
              <a:srgbClr val="42A5F5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 pip install requests rich   |   python jira_tool.py --help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Tool Do?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23444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J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11978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Check Tickets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5361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See your assigned Jira issues, filter by status, and inspect any single ticket in detail.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9472" y="1234440"/>
            <a:ext cx="502920" cy="50292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32120" y="11978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Sprint Tracking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5361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View the active sprint board with a live progress bar showing story-point completion.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880360"/>
            <a:ext cx="502920" cy="50292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43000" y="28437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Sprint Planning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1821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Pull from the backlog, auto-suggest what fits your capacity, and move issues to a sprint — without touching the browser.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6974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2880360"/>
            <a:ext cx="502920" cy="50292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AI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32120" y="28437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AI Chat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31821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Ask questions in plain English. The AI queries Jira automatically and answers you in plain language.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A5F5"/>
                </a:solidFill>
              </a:rPr>
              <a:t>No browser. No clicking around. Just your terminal.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371600"/>
            <a:ext cx="3657600" cy="365760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00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PART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Set Up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A4AE"/>
                </a:solidFill>
              </a:rPr>
              <a:t>Install · Add your Jira environment · Configure LM Studio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Install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321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9728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4128" y="1078992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Install Python libraries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408176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Open your terminal and run this one command. That's 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8321040" cy="40233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9339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requests rich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8321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72491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2706624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Download the tool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3035808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Save jira_tool.py anywhere on your computer — your Desktop is fine.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547872"/>
            <a:ext cx="8321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3712464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Run it for the first time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4041648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It will walk you through adding your first Jira environment automatically.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526280"/>
            <a:ext cx="8321040" cy="3657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Add a Jira Environment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An "environment" is just a named connection to one Jira server. You can have several (prod, staging, dev…).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8321040" cy="38404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9844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env add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46304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1828800"/>
            <a:ext cx="3657600" cy="329184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18288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 prod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23560" y="18288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A nickname for this server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95144"/>
            <a:ext cx="146304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951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URL: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74520" y="2295144"/>
            <a:ext cx="3657600" cy="329184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9968" y="22951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 https://jira.mycompany.com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23560" y="22951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Your Jira server address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61488"/>
            <a:ext cx="146304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614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Auth type: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74520" y="2761488"/>
            <a:ext cx="3657600" cy="329184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29968" y="27614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 / token / basic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27614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Choose cert if your company uses certificates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27832"/>
            <a:ext cx="146304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27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Certificate: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74520" y="3227832"/>
            <a:ext cx="3657600" cy="329184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29968" y="32278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/home/me/certs/client.pem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23560" y="322783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Path to your client cert file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694176"/>
            <a:ext cx="146304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941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Private key: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74520" y="3694176"/>
            <a:ext cx="3657600" cy="329184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29968" y="36941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/home/me/certs/client.key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23560" y="369417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Leave blank if bundled in the cert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160520"/>
            <a:ext cx="146304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1605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 bundle: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74520" y="4160520"/>
            <a:ext cx="3657600" cy="329184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9968" y="4160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/etc/ssl/certs/company-ca.pem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23560" y="41605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Your company CA — or blank for system default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environments any time:   python jira_tool.py env use staging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200400" cy="3200400"/>
          </a:xfrm>
          <a:prstGeom prst="ellipse">
            <a:avLst/>
          </a:prstGeom>
          <a:solidFill>
            <a:srgbClr val="00BFA5">
              <a:alpha val="1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00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PART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A4AE"/>
                </a:solidFill>
              </a:rPr>
              <a:t>Checking tickets · Searching · Viewing details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Your Tickets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46304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65376" y="960120"/>
            <a:ext cx="228600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56816" y="9601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87952" y="960120"/>
            <a:ext cx="448056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9392" y="96012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35608"/>
            <a:ext cx="146304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356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65376" y="1435608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14356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open tickets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87952" y="1435608"/>
            <a:ext cx="448056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143560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status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110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--filter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65376" y="1911096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56816" y="19110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 specific status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87952" y="1911096"/>
            <a:ext cx="4480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9392" y="191109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status --filter "In Progress"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386584"/>
            <a:ext cx="146304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38658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KEY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65376" y="2386584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56816" y="238658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details of one ticket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87952" y="2386584"/>
            <a:ext cx="448056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238658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ticket PROJ-42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2862072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8620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KEY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865376" y="2862072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56816" y="28620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 issues in a project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87952" y="2862072"/>
            <a:ext cx="4480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9392" y="286207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project PROJ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337560"/>
            <a:ext cx="146304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3375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JQL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865376" y="3337560"/>
            <a:ext cx="228600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56816" y="33375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Jira query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187952" y="3337560"/>
            <a:ext cx="4480560" cy="475488"/>
          </a:xfrm>
          <a:prstGeom prst="rect">
            <a:avLst/>
          </a:prstGeom>
          <a:solidFill>
            <a:srgbClr val="F4F7FB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79392" y="333756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search "priority=High"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5760" y="44531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💡  The output is a colour-coded table. Green = Done, Yellow = In Progress, Red = Blocked.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6400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PART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Management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A4AE"/>
                </a:solidFill>
              </a:rPr>
              <a:t>View active sprint · Plan the next one · Move tickets in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the Active Sprint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321040" cy="40233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012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sprint-status PROJ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This command shows you: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83210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All tickets in the sprint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2311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with status, assignee, and story points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615184"/>
            <a:ext cx="8321040" cy="603504"/>
          </a:xfrm>
          <a:prstGeom prst="rect">
            <a:avLst/>
          </a:prstGeom>
          <a:solidFill>
            <a:srgbClr val="F4F7FB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15184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6609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A progress bar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926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showing story points done vs. total capacity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83210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10128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3355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Who is working on what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6210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so you can spot who is overloaded or idle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005072"/>
            <a:ext cx="8321040" cy="603504"/>
          </a:xfrm>
          <a:prstGeom prst="rect">
            <a:avLst/>
          </a:prstGeom>
          <a:solidFill>
            <a:srgbClr val="F4F7FB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0507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40507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Blocked or overdue issues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315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highlighted in red so nothing gets missed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Sprint (Step by Step)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321040" cy="38404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sprint-plan PROJ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35608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18488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18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6002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Pick a sprint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929384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The tool lists your future sprints. Type the number next to the one you want to fill.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172968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355848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33375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Enter capacity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3666744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Type how many story points your team has this sprint (e.g. 40). Default is 40 if unsure.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435608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618488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618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21808" y="16002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Review the backlog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21808" y="1929384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A table of backlog items appears. The tool auto-highlights which ones fit within your capacity.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172968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355848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21808" y="33375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Confirm your picks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3666744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Type the issue keys you want (e.g. PROJ-5, PROJ-12) and press Enter. Done!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457200"/>
            <a:ext cx="3474720" cy="3474720"/>
          </a:xfrm>
          <a:prstGeom prst="ellipse">
            <a:avLst/>
          </a:prstGeom>
          <a:solidFill>
            <a:srgbClr val="FFD54F">
              <a:alpha val="12000"/>
            </a:srgbClr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00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PART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A4AE"/>
                </a:solidFill>
              </a:rPr>
              <a:t>Talk to your Jira in plain English — powered by LM Studio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AI Chat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32688"/>
            <a:ext cx="402336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ONE-SHOT QUESTION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26464"/>
            <a:ext cx="3749040" cy="3657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264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ask "..."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▸  "What tickets are blocking me right now?"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4505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▸  "Do I have anything due this week?"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9809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▸  "Who has the most open tickets?"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5112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▸  "Summarise my In Progress work"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932688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32688"/>
            <a:ext cx="402336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32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INTERACTIVE CHAT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1426464"/>
            <a:ext cx="3749040" cy="3657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6632" y="14264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chat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901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238"/>
                </a:solidFill>
              </a:rPr>
              <a:t>A back-and-forth conversation. The AI: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</a:rPr>
              <a:t>Loads your open tickets upfront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7614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</a:rPr>
              <a:t>Runs Jira queries behind the scenes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323697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</a:rPr>
              <a:t>Remembers what you said earlier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37124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</a:rPr>
              <a:t>Type  clear  to reset,  quit  to exit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A5F5"/>
                </a:solidFill>
              </a:rPr>
              <a:t>🤖  The AI can automatically search Jira mid-conversation — you never have to write JQL.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LM Studio (AI Engine)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LM Studio runs AI models locally on your machine — your data never leaves your network.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321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444752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Download LM Studio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773936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Get it free from lmstudio.ai — Windows, Mac, and Linux all supported.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8321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33172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2313432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Download a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642616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In LM Studio, search for a model like "llama 3" or "mistral" and click Download.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8321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3182112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Start the Local Server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3511296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Click "Local Server" in the left sidebar, select your model, then click Start Server.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8321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06908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4050792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Tell the tool about 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4379976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Run the config command below. Paste the model identifier shown in LM Studio.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736592"/>
            <a:ext cx="8321040" cy="3657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7365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lmstudio-config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Sprint Planning Advice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Let the AI analyse the backlog and recommend what goes in the next sprint.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321040" cy="40233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6187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sprint-ai PROJ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The AI will give you: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8321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402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8992" y="2276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A recommended backlog selection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2542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Items chosen to fill your capacity, highest priority first, with a coherent theme.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889504"/>
            <a:ext cx="8321040" cy="566928"/>
          </a:xfrm>
          <a:prstGeom prst="rect">
            <a:avLst/>
          </a:prstGeom>
          <a:solidFill>
            <a:srgbClr val="F4F7FB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895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8992" y="2926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Total story points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31912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So you can instantly see if the sprint is over- or under-loaded.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38728"/>
            <a:ext cx="8321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387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78992" y="3575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Risk flags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3840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Missing estimates, likely blockers, or dependencies it spots in the data.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187952"/>
            <a:ext cx="8321040" cy="566928"/>
          </a:xfrm>
          <a:prstGeom prst="rect">
            <a:avLst/>
          </a:prstGeom>
          <a:solidFill>
            <a:srgbClr val="F4F7FB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879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78992" y="4224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A sprint goal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44897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One sentence that captures what the team is trying to achieve.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All Commands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321040" cy="298094"/>
          </a:xfrm>
          <a:prstGeom prst="rect">
            <a:avLst/>
          </a:prstGeom>
          <a:solidFill>
            <a:srgbClr val="FFFFFF"/>
          </a:solidFill>
          <a:ln w="3810">
            <a:solidFill>
              <a:srgbClr val="E3EA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50392"/>
            <a:ext cx="1005840" cy="20665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50392"/>
            <a:ext cx="100584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Setup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508760" y="804672"/>
            <a:ext cx="38404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env add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40680" y="804672"/>
            <a:ext cx="31546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Add a new Jira environment (walks you through it)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02766"/>
            <a:ext cx="8321040" cy="298094"/>
          </a:xfrm>
          <a:prstGeom prst="rect">
            <a:avLst/>
          </a:prstGeom>
          <a:solidFill>
            <a:srgbClr val="F4F7FB"/>
          </a:solidFill>
          <a:ln w="3810">
            <a:solidFill>
              <a:srgbClr val="E3EA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48486"/>
            <a:ext cx="1005840" cy="20665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48486"/>
            <a:ext cx="100584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Setup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08760" y="1102766"/>
            <a:ext cx="38404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env list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40680" y="1102766"/>
            <a:ext cx="31546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Show all your environments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400861"/>
            <a:ext cx="8321040" cy="298094"/>
          </a:xfrm>
          <a:prstGeom prst="rect">
            <a:avLst/>
          </a:prstGeom>
          <a:solidFill>
            <a:srgbClr val="FFFFFF"/>
          </a:solidFill>
          <a:ln w="3810">
            <a:solidFill>
              <a:srgbClr val="E3EA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446581"/>
            <a:ext cx="1005840" cy="20665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446581"/>
            <a:ext cx="100584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Setup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1400861"/>
            <a:ext cx="38404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env use NAME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40680" y="1400861"/>
            <a:ext cx="31546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Switch to a different environment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1698955"/>
            <a:ext cx="8321040" cy="298094"/>
          </a:xfrm>
          <a:prstGeom prst="rect">
            <a:avLst/>
          </a:prstGeom>
          <a:solidFill>
            <a:srgbClr val="F4F7FB"/>
          </a:solidFill>
          <a:ln w="3810">
            <a:solidFill>
              <a:srgbClr val="E3EA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744675"/>
            <a:ext cx="1005840" cy="20665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744675"/>
            <a:ext cx="100584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Setup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508760" y="1698955"/>
            <a:ext cx="38404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lmstudio-config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40680" y="1698955"/>
            <a:ext cx="31546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Change AI model or LM Studio URL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1997050"/>
            <a:ext cx="8321040" cy="298094"/>
          </a:xfrm>
          <a:prstGeom prst="rect">
            <a:avLst/>
          </a:prstGeom>
          <a:solidFill>
            <a:srgbClr val="FFFFFF"/>
          </a:solidFill>
          <a:ln w="3810">
            <a:solidFill>
              <a:srgbClr val="E3EA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042770"/>
            <a:ext cx="1005840" cy="20665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042770"/>
            <a:ext cx="100584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Tickets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508760" y="1997050"/>
            <a:ext cx="38404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status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40680" y="1997050"/>
            <a:ext cx="31546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All your assigned open tickets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295144"/>
            <a:ext cx="8321040" cy="298094"/>
          </a:xfrm>
          <a:prstGeom prst="rect">
            <a:avLst/>
          </a:prstGeom>
          <a:solidFill>
            <a:srgbClr val="F4F7FB"/>
          </a:solidFill>
          <a:ln w="3810">
            <a:solidFill>
              <a:srgbClr val="E3EA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2340864"/>
            <a:ext cx="1005840" cy="20665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340864"/>
            <a:ext cx="100584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Tickets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508760" y="2295144"/>
            <a:ext cx="38404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status -f "In Progress"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40680" y="2295144"/>
            <a:ext cx="31546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Filter tickets by status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2593238"/>
            <a:ext cx="8321040" cy="298094"/>
          </a:xfrm>
          <a:prstGeom prst="rect">
            <a:avLst/>
          </a:prstGeom>
          <a:solidFill>
            <a:srgbClr val="FFFFFF"/>
          </a:solidFill>
          <a:ln w="3810">
            <a:solidFill>
              <a:srgbClr val="E3EA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2638958"/>
            <a:ext cx="1005840" cy="20665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638958"/>
            <a:ext cx="100584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Tickets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508760" y="2593238"/>
            <a:ext cx="38404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ticket PROJ-42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40680" y="2593238"/>
            <a:ext cx="31546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Full details of one ticket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2891333"/>
            <a:ext cx="8321040" cy="298094"/>
          </a:xfrm>
          <a:prstGeom prst="rect">
            <a:avLst/>
          </a:prstGeom>
          <a:solidFill>
            <a:srgbClr val="F4F7FB"/>
          </a:solidFill>
          <a:ln w="3810">
            <a:solidFill>
              <a:srgbClr val="E3EA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2937053"/>
            <a:ext cx="1005840" cy="20665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937053"/>
            <a:ext cx="100584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Tickets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508760" y="2891333"/>
            <a:ext cx="38404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project PROJ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40680" y="2891333"/>
            <a:ext cx="31546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All open issues in a project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3189427"/>
            <a:ext cx="8321040" cy="298094"/>
          </a:xfrm>
          <a:prstGeom prst="rect">
            <a:avLst/>
          </a:prstGeom>
          <a:solidFill>
            <a:srgbClr val="FFFFFF"/>
          </a:solidFill>
          <a:ln w="3810">
            <a:solidFill>
              <a:srgbClr val="E3EA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3235147"/>
            <a:ext cx="1005840" cy="20665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235147"/>
            <a:ext cx="100584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Tickets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508760" y="3189427"/>
            <a:ext cx="38404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search "priority=High"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40680" y="3189427"/>
            <a:ext cx="31546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Custom JQL search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3487522"/>
            <a:ext cx="8321040" cy="298094"/>
          </a:xfrm>
          <a:prstGeom prst="rect">
            <a:avLst/>
          </a:prstGeom>
          <a:solidFill>
            <a:srgbClr val="F4F7FB"/>
          </a:solidFill>
          <a:ln w="3810">
            <a:solidFill>
              <a:srgbClr val="E3EA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" y="3533242"/>
            <a:ext cx="1005840" cy="20665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3533242"/>
            <a:ext cx="100584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Sprint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508760" y="3487522"/>
            <a:ext cx="38404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sprint-status PROJ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40680" y="3487522"/>
            <a:ext cx="31546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Active sprint board + progress bar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3785616"/>
            <a:ext cx="8321040" cy="298094"/>
          </a:xfrm>
          <a:prstGeom prst="rect">
            <a:avLst/>
          </a:prstGeom>
          <a:solidFill>
            <a:srgbClr val="FFFFFF"/>
          </a:solidFill>
          <a:ln w="3810">
            <a:solidFill>
              <a:srgbClr val="E3EAF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" y="3831336"/>
            <a:ext cx="1005840" cy="20665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3831336"/>
            <a:ext cx="100584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Sprint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508760" y="3785616"/>
            <a:ext cx="38404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sprint-plan PROJ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40680" y="3785616"/>
            <a:ext cx="31546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Interactive sprint planning wizard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" y="4083710"/>
            <a:ext cx="8321040" cy="298094"/>
          </a:xfrm>
          <a:prstGeom prst="rect">
            <a:avLst/>
          </a:prstGeom>
          <a:solidFill>
            <a:srgbClr val="F4F7FB"/>
          </a:solidFill>
          <a:ln w="3810">
            <a:solidFill>
              <a:srgbClr val="E3EAF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1480" y="4129430"/>
            <a:ext cx="1005840" cy="20665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129430"/>
            <a:ext cx="100584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AI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508760" y="4083710"/>
            <a:ext cx="38404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ask "question"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40680" y="4083710"/>
            <a:ext cx="31546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One-shot plain-English question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4381805"/>
            <a:ext cx="8321040" cy="298094"/>
          </a:xfrm>
          <a:prstGeom prst="rect">
            <a:avLst/>
          </a:prstGeom>
          <a:solidFill>
            <a:srgbClr val="FFFFFF"/>
          </a:solidFill>
          <a:ln w="3810">
            <a:solidFill>
              <a:srgbClr val="E3EAF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1480" y="4427525"/>
            <a:ext cx="1005840" cy="20665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4427525"/>
            <a:ext cx="100584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AI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508760" y="4381805"/>
            <a:ext cx="38404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chat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40680" y="4381805"/>
            <a:ext cx="31546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Interactive multi-turn AI chat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4679899"/>
            <a:ext cx="8321040" cy="298094"/>
          </a:xfrm>
          <a:prstGeom prst="rect">
            <a:avLst/>
          </a:prstGeom>
          <a:solidFill>
            <a:srgbClr val="F4F7FB"/>
          </a:solidFill>
          <a:ln w="3810">
            <a:solidFill>
              <a:srgbClr val="E3EAF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11480" y="4725619"/>
            <a:ext cx="1005840" cy="20665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1480" y="4725619"/>
            <a:ext cx="100584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AI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508760" y="4679899"/>
            <a:ext cx="38404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sprint-ai PROJ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440680" y="4679899"/>
            <a:ext cx="3154680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AI-generated sprint planning advice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BFA5">
              <a:alpha val="1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Here's what you can do right now: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057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✅  Check your tickets without opening a browser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📊  See live sprint progress in seconds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246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🤖  Ask the AI anything about your Jira in plain English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840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🚀  Plan sprints with AI recommendations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286000" y="4663440"/>
            <a:ext cx="4572000" cy="3200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jira_tool.py --help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Jira Tool Training</dc:title>
  <dc:subject>PptxGenJS Presentation</dc:subject>
  <dc:creator>Jira Tool</dc:creator>
  <cp:lastModifiedBy>Jira Tool</cp:lastModifiedBy>
  <cp:revision>1</cp:revision>
  <dcterms:created xsi:type="dcterms:W3CDTF">2026-05-05T07:09:44Z</dcterms:created>
  <dcterms:modified xsi:type="dcterms:W3CDTF">2026-05-05T07:09:44Z</dcterms:modified>
</cp:coreProperties>
</file>